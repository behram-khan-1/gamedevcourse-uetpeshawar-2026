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9" r:id="rId3"/>
    <p:sldId id="260" r:id="rId4"/>
    <p:sldId id="319" r:id="rId5"/>
    <p:sldId id="290" r:id="rId6"/>
    <p:sldId id="298" r:id="rId7"/>
    <p:sldId id="292" r:id="rId8"/>
    <p:sldId id="320" r:id="rId9"/>
    <p:sldId id="318" r:id="rId10"/>
    <p:sldId id="299" r:id="rId11"/>
    <p:sldId id="293" r:id="rId12"/>
    <p:sldId id="294" r:id="rId13"/>
    <p:sldId id="321" r:id="rId14"/>
    <p:sldId id="296" r:id="rId15"/>
    <p:sldId id="297" r:id="rId16"/>
    <p:sldId id="300" r:id="rId17"/>
    <p:sldId id="291" r:id="rId18"/>
    <p:sldId id="306" r:id="rId19"/>
    <p:sldId id="307" r:id="rId20"/>
    <p:sldId id="308" r:id="rId21"/>
    <p:sldId id="301" r:id="rId22"/>
    <p:sldId id="302" r:id="rId23"/>
    <p:sldId id="305" r:id="rId24"/>
    <p:sldId id="303" r:id="rId25"/>
    <p:sldId id="304" r:id="rId26"/>
    <p:sldId id="310" r:id="rId27"/>
    <p:sldId id="309" r:id="rId28"/>
    <p:sldId id="311" r:id="rId29"/>
    <p:sldId id="312" r:id="rId30"/>
    <p:sldId id="313" r:id="rId31"/>
    <p:sldId id="314" r:id="rId32"/>
    <p:sldId id="315" r:id="rId33"/>
    <p:sldId id="316" r:id="rId34"/>
    <p:sldId id="289" r:id="rId35"/>
  </p:sldIdLst>
  <p:sldSz cx="12192000" cy="6858000"/>
  <p:notesSz cx="6858000" cy="9144000"/>
  <p:embeddedFontLst>
    <p:embeddedFont>
      <p:font typeface="Play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02763506-E6D7-CD4F-B3E1-7F57489B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0E2E9E18-3A03-FAEA-4CFF-6DCA56438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6909128-10FE-5D94-0F6B-2A3FF34E3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406EB72-1C2B-5545-F685-A03AC8137F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016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D45ECD8-289B-0A44-5275-311BD00F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489BB4DC-B8B6-5635-780B-3EBCC50A9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C77DBFA-2AC4-BF61-5A42-3F8580C29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189F2DF-BE3B-4A34-F8B4-C281DEA88E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5572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567DB43-52AA-7FE9-9CB1-ED06CA61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7665EB0-CD09-7E85-D61F-70C585376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820926C-D74B-98CC-2E98-83403DE0A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091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41F921C-B1A7-C455-D503-036B1179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E6576F78-10E2-E9BB-18DC-5EEBE0B62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5741C78-72DA-9678-1970-17AC861E3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F12115F-E172-1C48-31B9-2D3B9BF1B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817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DB00A9B-E99F-2C78-B61F-BF04897D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13077DE6-ECEF-7AD6-453D-63213786B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C0F3847-27C7-4329-347D-6884F0006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9D43D2F-429F-1EF7-356A-94587F04F1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0076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45F6702-D3BC-09E2-2508-28C93699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ADE84A43-3D29-03C4-7592-A5E9BE8005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6DD98B1-62CB-AC79-8AFE-439E9556E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F0C1012-DBBB-EA1B-CFFF-F3B15CF83C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4897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1E2136A-2E4A-E9C9-B4A3-AD630455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C2D8CA2-7E06-9DB6-2175-701E84190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0558199-011F-2C55-1CE4-1AFB2C327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124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DE9D6C0-F8E3-9894-833E-CF1EFEE4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38A3185D-BEED-6A10-C300-895462C24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81736BB-A64E-C2F2-AC78-993F5F860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62F7AF0-4F30-4C48-3B7E-752DA4B729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116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2E410D7-D990-73D2-11DA-CE1C416B4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291144BC-CF5A-1259-38E2-E18037F92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10D9D42C-258E-41DD-B9D3-210379503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5F3B446-1AA1-EC3E-5114-D6662139DC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6047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5797B759-13DB-1007-B2B4-39B73193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9A3E01C1-719D-A7D9-8C83-6A09B1612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28710E6-5071-BFDC-737B-0CB5F36AA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6E0501B-C141-5162-0E66-45EC03DA4E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2578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E70358A-BF43-C5FC-324A-2E5D2A3E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CB478201-254F-D9FA-CAF3-F354CB5EF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E7A57CC-F6A2-76DD-5748-BF804C5CC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E4EDCA0-7C95-6270-9E7C-11BAEC41C9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878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2324C20-A737-0962-490D-7AABA671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823C8DFF-284D-533A-212B-0AAE788671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1119F48-05A5-0822-8A63-6520AD768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7DF9C26-85DE-06F8-42B6-054CCEBFE2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638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7E04F8B-C77C-0119-2227-ECD5EEF4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C10E407-E680-0629-ECB2-6FD84F9F7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C706211-D975-60AB-02B5-1F883A8F2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1960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FFAE546-15CA-BF49-1C00-5697739B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39191038-DB2F-0D65-3EFC-B42E3460C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769D771-C175-81FD-1552-CF4C0D94F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77E0DA4-FF1C-0996-98CC-2FC48D1336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409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AB5E4DF-39E6-E777-947D-72A8F845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08C1733F-5665-79D3-09A7-3EAEF6E8B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81E1764-E120-8EEA-706A-508361AD6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EEB88AF-E9B3-3F62-927B-2D133D30B9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5636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2736FDC-F087-F745-D1D0-270425F4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330A0952-A798-1773-5925-19E63477A9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1A3E9EE-81D0-6E31-16C3-AD2343697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B683C80-AB51-4C73-3670-2DCE4B2F0B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137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2B9214E-065B-049B-2FA2-72D7BE8D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42734C39-2F79-F8F8-ACBC-C597B1FF3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83BFA11-F6AB-D947-1267-F16DCA541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8699A02-7788-B933-7BD4-61344C99F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6236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90F820A-B924-224A-C98B-A6ABC7D6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C4279BF-DDFB-0A46-805E-D3FF54B29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26E9243-A340-7286-9C5D-EDE15EB21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543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25E8ADB-1F54-D138-1829-997FE744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4FC599AE-9849-7316-9D51-F944C184A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72BEB36-ABB5-FF74-200F-71F926D01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24464A9-45E1-AA6E-8B87-143E364B20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00355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A414EEB-4868-3828-5DF1-A2489B60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1B516AD3-A2C9-557C-3BBA-081A4E4A6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D4B7818-A96A-E9EF-E4CB-2DAF17A37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6F7BAE9-9CF7-9CC6-C378-7FCEEAF092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3627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0C2CAC64-B95A-4812-3C15-431AB940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D854DC14-85DD-E45B-154E-3E78C69DE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0F035B5-81C8-E5E1-EEBE-D684D0D7F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21E9F7E-9E8D-DE09-CDEF-BFE82EBC3D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57483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2714B41-6AF1-03D9-0714-6C1DC2002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615A9360-C335-63BE-AD12-7BF713001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126D03C-5B0F-2F7A-A19B-6F1C15C83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EB53FCD-75AB-0D11-10BC-DFDB8FD7F3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87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5913B98-359C-E805-FED6-35DCFC0E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13669BD-9102-3A86-0AA1-97DACD9EA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0BEBC8A-7DB0-7D7D-151B-EFB63152F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996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C6FA47-E79D-4F53-279B-999122F1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DC9CD90D-3589-B71B-277E-C4EA74D66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D668A39-FE19-D680-721A-7FCFB53B7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4291A83-414B-DFFE-8BFC-827BECB1E1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095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1DEDE11-31F4-7519-2DE1-3EF0805F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22F414F-098B-7FB8-B8A6-B6F5EEA13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0938F19-84CB-8F39-FABB-0A2B826ED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83145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E69B4C6-2089-8218-8C49-A3C4935F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94D48BB8-73A3-50B9-72AF-E062FDF55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898CB27-F3C1-5F78-C9C3-8B9A77EF7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B050E0C-3CC0-AF57-7CB7-89250805AB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65590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13EFC3C-9E6C-0E82-559C-B9F0DD4E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9C5D10B-7A12-1B85-2B62-6163A5BD5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DF29CC8-535F-5445-27EC-A1C89EA9D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20516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CDB99C1-DDB2-4C46-9556-ADD6E682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DBE494F9-43C7-039F-116C-B052EB299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9C0B8A6-EF10-70D6-0958-3F1BF2A1D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7B14E55-8C79-688C-3C47-6DC3EB425F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6170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EDE91F7-9062-6251-5C66-34611243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EF6F9633-83F0-9B55-F9C3-B11D00D60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E8F6EE1-0B6D-B56A-3B9B-486C3120C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DFB3D09-0329-8A5A-2A27-14E526B390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58518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D8D361F-3BB1-F7E2-F2B2-DD8137E1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C592E689-1F66-7751-875F-A9A66516E2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A2BE96-2B54-85EB-DF3D-74A6859D9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2A1C99E-6B05-480E-FC0C-24E1B2FA46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63253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148861"/>
            <a:ext cx="9144000" cy="119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Week 2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3986784" y="2657627"/>
            <a:ext cx="4218432" cy="384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Behram Khan</a:t>
            </a:r>
            <a:endParaRPr/>
          </a:p>
        </p:txBody>
      </p:sp>
      <p:pic>
        <p:nvPicPr>
          <p:cNvPr id="90" name="Google Shape;90;p13" descr="A logo of a university of engineering and technology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8250" y="3351873"/>
            <a:ext cx="209550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Game objects and Transform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GameObjects</a:t>
            </a:r>
            <a:endParaRPr dirty="0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fundamental building block of everything in Unity.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containers of components.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Everything you see in a Unity scene is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we make a new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it's added to the current scene.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itself is just a container. It does nothing until you attach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it.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game object has a Transform component.</a:t>
            </a:r>
          </a:p>
          <a:p>
            <a:pPr mar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8A217-6931-F9B0-1E13-5D74E4347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492" y="4308493"/>
            <a:ext cx="5292436" cy="18697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F1F6E58-7E4A-2853-0333-57BBA982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9047A33-9ABB-EA9B-254D-3D7A69F99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GameObjects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F0468630-9DB5-14DF-1B16-A72BF3B26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organize everything in a scene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hold components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allow hierarchy (parent-child)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can be enabled/disabled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can be created or destroyed at runtime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7D4D4-E136-3CE6-4C4C-52C98BA7E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12" y="4156364"/>
            <a:ext cx="5244598" cy="185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6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681E307-C94E-181C-DD54-67D2F0BB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0ED3F24-758C-AC78-70B2-6EEB870F8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Transform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F46EC92-8B46-279B-5B01-4D3C2BF9C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Every </a:t>
            </a:r>
            <a:r>
              <a:rPr lang="en-US" sz="2200" dirty="0" err="1">
                <a:latin typeface="Calibri"/>
                <a:ea typeface="Calibri"/>
                <a:cs typeface="Calibri"/>
                <a:sym typeface="Calibri"/>
              </a:rPr>
              <a:t>GameObject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 has a Transform component.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It represents its location, position and scale in 2d or 3d space.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It contains a Vector that represents 3 float values.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b="1" dirty="0">
                <a:latin typeface="Calibri"/>
                <a:ea typeface="Calibri"/>
                <a:cs typeface="Calibri"/>
                <a:sym typeface="Calibri"/>
              </a:rPr>
              <a:t>Transform Gizmos: 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The visual representation in Scene view</a:t>
            </a:r>
            <a:endParaRPr lang="en-US" sz="22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Move (W), Rotate (E), Scale (R)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Axes: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PK" sz="2200" dirty="0">
                <a:latin typeface="Calibri"/>
                <a:ea typeface="Calibri"/>
                <a:cs typeface="Calibri"/>
                <a:sym typeface="Calibri"/>
              </a:rPr>
              <a:t>🔴 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Red → X (Left / Right)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PK" sz="2200" dirty="0">
                <a:latin typeface="Calibri"/>
                <a:ea typeface="Calibri"/>
                <a:cs typeface="Calibri"/>
                <a:sym typeface="Calibri"/>
              </a:rPr>
              <a:t>🟢 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Green → Y (Up / Down)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PK" sz="2200" dirty="0">
                <a:latin typeface="Calibri"/>
                <a:ea typeface="Calibri"/>
                <a:cs typeface="Calibri"/>
                <a:sym typeface="Calibri"/>
              </a:rPr>
              <a:t>🔵 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Blue → Z (Forward / Backward)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C9D9E-3EA7-3464-04C3-101E96F42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001" y="4178538"/>
            <a:ext cx="5286800" cy="15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0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65315B7-0C33-C233-4252-5720CD08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9BB7B477-F948-4181-FCBF-316C2586A3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Physics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FE78DA1B-08C7-1137-2C62-838A551C1B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61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4A8C69A-0FD4-37CF-D937-E37A3DC40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0165495-0CE9-910F-47FF-DDB124A5E9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 err="1"/>
              <a:t>RigidBody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952F3A7-C648-52D2-8D0F-F900CDACF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component that allows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interact with Unity’s physics system.</a:t>
            </a:r>
          </a:p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 does NOT respond to gravity, It does NOT react to forces, It behaves like a static object</a:t>
            </a:r>
          </a:p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you add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Gravity affects the object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collide physically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receive forces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has mass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have velocity</a:t>
            </a:r>
          </a:p>
          <a:p>
            <a:pPr mar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A171BF-BA5C-9CC2-3BCF-41B93168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27" y="3104640"/>
            <a:ext cx="3803073" cy="338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6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5791910-446D-D16D-088A-E5AFB243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6B3607E9-38D5-3EEC-E205-7CB11BA94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Rigidbody</a:t>
            </a:r>
            <a:r>
              <a:rPr lang="en-US" sz="4000" dirty="0"/>
              <a:t> Properties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78825D8-6967-6948-E47B-C433BE0B7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heavy the object is.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mass = harder to move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mass = easier to push</a:t>
            </a:r>
          </a:p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Gravity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enabled → object falls.</a:t>
            </a:r>
          </a:p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Freeze Constraints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prevent unwanted movement or rotation.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Freeze X and Z rotation for player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 character from tipping over</a:t>
            </a:r>
          </a:p>
        </p:txBody>
      </p:sp>
    </p:spTree>
    <p:extLst>
      <p:ext uri="{BB962C8B-B14F-4D97-AF65-F5344CB8AC3E}">
        <p14:creationId xmlns:p14="http://schemas.microsoft.com/office/powerpoint/2010/main" val="3805117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D5A44F4-5789-8133-1701-EE6FCD5B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D3C61E2-8E72-11D4-CE55-F594919A9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AddForce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7AF7ADC-B6F0-B38D-F37B-AC0EF8F06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a physics-based force to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allowing realistic motion like jumps, explosions, or pushes.</a:t>
            </a:r>
          </a:p>
          <a:p>
            <a:pPr marL="114300" indent="0">
              <a:buNone/>
            </a:pPr>
            <a:r>
              <a:rPr lang="fr-F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  <a:r>
              <a:rPr lang="fr-FR" sz="2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rb.AddForce</a:t>
            </a:r>
            <a:r>
              <a:rPr lang="fr-FR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(Vector3 direction * magnitude, </a:t>
            </a:r>
            <a:r>
              <a:rPr lang="fr-FR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ForceMode</a:t>
            </a:r>
            <a:r>
              <a:rPr lang="fr-FR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mode);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Vector3 direction – the direction of the force (e.g., Vector3.up for jump)</a:t>
            </a:r>
          </a:p>
          <a:p>
            <a:pPr marL="114300" indent="0">
              <a:buNone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magnitude – the strength of the force</a:t>
            </a:r>
          </a:p>
          <a:p>
            <a:pPr marL="114300" indent="0">
              <a:buNone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ForceMode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type of force </a:t>
            </a:r>
            <a:r>
              <a:rPr 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application:ForceMode.Force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(continuous force, affected by 	mass)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ForceMode.Impulse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(instant force, good for jumps)</a:t>
            </a:r>
          </a:p>
          <a:p>
            <a:pPr marL="1143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physics for collisions</a:t>
            </a:r>
          </a:p>
        </p:txBody>
      </p:sp>
    </p:spTree>
    <p:extLst>
      <p:ext uri="{BB962C8B-B14F-4D97-AF65-F5344CB8AC3E}">
        <p14:creationId xmlns:p14="http://schemas.microsoft.com/office/powerpoint/2010/main" val="2280261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5A4BD6E-66D1-F6D9-4068-670C6792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A8F5F3FE-BCC2-548B-D2E1-3DBAA59BFE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Colliders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7E34A7D2-E2F1-33D7-C3A8-85F62518AB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311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F4B3BA9-A4C6-764C-6D07-9EDAE3E7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C37D921-186F-31E7-AD44-9745EFE21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Collider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62404650-A889-08ED-C0AC-6BA51E2F2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6708222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A collider defines the physical boundary of an object. 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Unity has different type of colliders for us to use: Box, Sphere, Capsule, Mesh colliders and more.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If two colliders touch then collision happens.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At least one object must have a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for collision events.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17D6B-1E2F-9C8B-AE79-923840E4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422" y="3429000"/>
            <a:ext cx="3959778" cy="279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31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9F5AC67-E3CA-C8CE-90DF-FE92A786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00C19A2-FB37-4573-8365-76B517ECA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Collider Shape &amp; Size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A3B4FA5-9F64-AF4B-7E14-CFBB9734D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6680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Center: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moves  collider relative to object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Size / Radius 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changes boundary size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Collider shape does NOT have to match mesh/visual exactly.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Mesh are visuals and collider is the physical boundary of the object.</a:t>
            </a:r>
          </a:p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hitbox bigger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hitbox smaller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Offset it for gameplay reasons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Hitbox 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colliders is games are also known as hitbox.</a:t>
            </a:r>
          </a:p>
        </p:txBody>
      </p:sp>
    </p:spTree>
    <p:extLst>
      <p:ext uri="{BB962C8B-B14F-4D97-AF65-F5344CB8AC3E}">
        <p14:creationId xmlns:p14="http://schemas.microsoft.com/office/powerpoint/2010/main" val="3538080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8F7E2A1-FBEE-5EB7-C4F0-CF49C09C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E257C59-E426-FBD6-A5E9-C22EB8DBA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Collision vs Trigger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18A536C-CCFE-293C-7116-96B8EDE69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609359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Collider: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Blocks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Physics reaction happens</a:t>
            </a:r>
          </a:p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 Collider (Is Trigger checked):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physical blocking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overlap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check if something has entered in an area without doing anything else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9653F5-E008-50DB-A6DB-D5894B5C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790" y="1773394"/>
            <a:ext cx="4574410" cy="231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86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524B3B3-E3B5-51C5-5778-20CE334A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FC4C764-1F4F-14B2-E079-4CB60EAC6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Physics Material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29AA34A-6861-3912-75BA-2093163A6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6680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Physics Material controls: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Friction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Bounciness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friction → stops quickly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friction → slides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bounciness → rebounds</a:t>
            </a:r>
          </a:p>
        </p:txBody>
      </p:sp>
    </p:spTree>
    <p:extLst>
      <p:ext uri="{BB962C8B-B14F-4D97-AF65-F5344CB8AC3E}">
        <p14:creationId xmlns:p14="http://schemas.microsoft.com/office/powerpoint/2010/main" val="394623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447D5AF-F779-CC43-96D1-7CB8F0A3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DAB9DB0-808D-1130-764A-67C94C458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Rigidbody</a:t>
            </a:r>
            <a:r>
              <a:rPr lang="en-US" sz="4000" dirty="0"/>
              <a:t> &amp; Collision Rules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A918017-21D1-696F-524B-E31BDA1B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6680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collision to work: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objects need Collider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least one must have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both have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may need constraints or set platform as static (no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2627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A0E78B-81B8-39BF-5CC2-121382D0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318446BC-9A70-9BB1-A3FF-CA2FECF44E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Script and Movement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B26CC863-7742-4DA1-2BB4-C59E1A08CC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7950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4F92C9A-BDCD-F4C4-DCD3-473BFC1E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437696D-4C14-D259-8E2D-5CE0259AE6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Creating a Script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FAD9E79-67A6-F3FE-D171-36D49D4D3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Scripts allow us to add custom behavior to our Game Objects.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Attach script to a Game Object by: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Dragging onto object OR Add Component → Select script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Script name’s first letter should be capital and must inherit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Monobehavior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to be added to a game object in scene.</a:t>
            </a:r>
          </a:p>
        </p:txBody>
      </p:sp>
    </p:spTree>
    <p:extLst>
      <p:ext uri="{BB962C8B-B14F-4D97-AF65-F5344CB8AC3E}">
        <p14:creationId xmlns:p14="http://schemas.microsoft.com/office/powerpoint/2010/main" val="92428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9B2B11B-EAAA-F151-0B08-411DA4BB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BB285CDF-1977-6240-39F9-0F151558C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Moving an Object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2E5CAE84-A9E2-97A7-A7AF-6932F240A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6587836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To move an object, we need to tell it a direction to move in and speed.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What this does: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• Moves object on Z axis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dirty="0" err="1">
                <a:latin typeface="Calibri"/>
                <a:ea typeface="Calibri"/>
                <a:cs typeface="Calibri"/>
                <a:sym typeface="Calibri"/>
              </a:rPr>
              <a:t>transform.forward</a:t>
            </a: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is the forward-facing (blue) vector of the game object. 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Note :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It changes the object's Transform position directly, without using physics.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0F6800-57D6-AB50-E7DD-BCB6B74A1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855" y="2195438"/>
            <a:ext cx="3858491" cy="1896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AC0E8C-B506-58AC-5DB5-C8114889C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540"/>
          <a:stretch>
            <a:fillRect/>
          </a:stretch>
        </p:blipFill>
        <p:spPr>
          <a:xfrm>
            <a:off x="7633855" y="4272093"/>
            <a:ext cx="313999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2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9E710B4-6D63-6E8B-832C-CDF2A93D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B7CE9DD4-E956-5E18-D4B5-D8C0B7D38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Using Translate()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C41227F9-DC68-75AF-091D-A89763059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this does: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Moves relative to object’s local space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It changes the object's Transform position directly, without using physics.</a:t>
            </a:r>
          </a:p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forward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speed 5 units per second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197C5-27AA-10FC-FD75-A7AE93AB1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53782"/>
            <a:ext cx="4918047" cy="10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74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E96F2ED-DF37-965D-5F19-A556E89B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EA044273-D568-269E-DD3E-27742A86C1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Moving using Input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BC1E725-DE68-C518-3057-023E05123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Simply wrap the movement functions in input statements in update.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4229A-BDA9-0D12-686E-24233A4F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585868"/>
            <a:ext cx="5146964" cy="1686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2FA132-8695-9747-B376-E0621C1AC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28" y="2406273"/>
            <a:ext cx="4946072" cy="20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46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1CB3F60-DCE5-4D14-EDCB-C4809DDF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91D69AA8-4ACD-464B-E8B4-D5E83CA43C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Material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7C96B7C8-8B40-B6B1-D403-F013112A34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483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D5C639F-516E-70B1-F47E-AD6899C3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D0387D2-2167-7AC5-EE4C-11FF8F0AE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Material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BAA370A-515F-4B38-7454-C53CA7778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7654636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Material defines how an object looks.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controls: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Texture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Smoothness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Metallic effect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Transparency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 with light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does NOT define shape.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defines appearance.</a:t>
            </a:r>
          </a:p>
          <a:p>
            <a:pPr mar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94856-5A3F-AE6B-50C6-679DB4477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834" y="1414732"/>
            <a:ext cx="3105583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8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6D14CBE-19F6-7AC3-3787-23A4EC3C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62B4E14-3E95-2CB9-B9AB-1A12CF275E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Material </a:t>
            </a:r>
            <a:r>
              <a:rPr lang="en-US" dirty="0"/>
              <a:t>Color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F7D1B1C-8EFB-533B-D3AC-3D1988003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7654636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material has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Color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RGB values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Pick custom color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it darker or lighter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cube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platform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 coin</a:t>
            </a:r>
          </a:p>
        </p:txBody>
      </p:sp>
    </p:spTree>
    <p:extLst>
      <p:ext uri="{BB962C8B-B14F-4D97-AF65-F5344CB8AC3E}">
        <p14:creationId xmlns:p14="http://schemas.microsoft.com/office/powerpoint/2010/main" val="4021018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653C4E6-CEC9-3558-9FB3-2F256EC6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312EFCB-B8BF-5130-9BBE-F8468FC138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Mesh Filter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9B0FCF2-AEFB-3941-6B09-764AC95F2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7654636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 Filter defines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3D object.</a:t>
            </a:r>
          </a:p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Mesh: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Cube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Cylinder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model</a:t>
            </a:r>
          </a:p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change shape by changing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Mesh Filter.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F4B11-EBA3-B36A-72D7-B5E7FD65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310" y="4769741"/>
            <a:ext cx="4785055" cy="7951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0553D8-52AB-5D38-AB84-AA9A38BCB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82" y="1690688"/>
            <a:ext cx="2604783" cy="260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40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2585DC7-9278-F8F1-378C-3FCA54BD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C5FF436-F9AF-0F29-24DD-316A3B089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Mesh Renderer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23165F1-E84E-D7CE-5D44-0FE46AE60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7419109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 Renderer tells Unity:</a:t>
            </a:r>
          </a:p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“Draw this object on the screen.”</a:t>
            </a:r>
          </a:p>
          <a:p>
            <a:pPr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Renders the mesh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material to the mesh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Interacts with lighting</a:t>
            </a:r>
          </a:p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Mesh Renderer: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exists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is invisible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FD25F-ED7B-2E15-F9FE-80AC044E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563" y="1414732"/>
            <a:ext cx="3345873" cy="44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05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4EE5F8-1F53-3F1B-AC3A-5B7B3B78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43CBC973-FE9C-21B2-B89C-4D31BCD000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Tag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B837B0DA-4ACF-A35B-CD57-B407359E2D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3002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198122B-A258-6DB6-B7C6-CBA78DFD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E503AF3-6A3A-594B-5FC7-03C3EEC0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Tag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F6FD418-966F-1565-1876-5BB90DAAC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Tag is a string label assigned to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categorize or identify it. Tags are especially useful in scripts for detecting specific objects, like obstacles, enemies, or collectible items.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collisions with specific types of objects.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Simplifies code instead of checking object names.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change categories without renaming objects.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help manage large scenes with many objects.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It can be assigned by selecting the game object and in Hierarchy assigning or creating a new tag from the Tag dropdown menu.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16D86E-5D0A-438E-1908-598F47C26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29" y="4403766"/>
            <a:ext cx="6485271" cy="15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41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64949B2-DB41-FE33-A0A7-A7E9F3F7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A15642D1-C854-5E8E-B6DB-3140F6D2F2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Prefab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5CB663A1-3119-7786-523F-A1E70183AA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80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798E140-53DC-7670-74FC-320C459C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018FC72-E5FF-52BF-290D-11A90CCC7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Prefab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65A02A8D-4E5B-7113-E8EF-36D134066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Prefab is a reusable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stored as an asset. Prefabs allow you to create multiple instances of the same object in your scene or at runtime.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instantiate copies at runtime.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Edit once, apply changes to all instances.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override changes for specific instances.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nesting, so a Prefab can have child Prefabs.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spawning enemies, coins, obstacles, or power-ups dynamically.</a:t>
            </a:r>
          </a:p>
        </p:txBody>
      </p:sp>
    </p:spTree>
    <p:extLst>
      <p:ext uri="{BB962C8B-B14F-4D97-AF65-F5344CB8AC3E}">
        <p14:creationId xmlns:p14="http://schemas.microsoft.com/office/powerpoint/2010/main" val="2192264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CCAD018-6B0A-0A83-A6AE-531F9082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E216A6A5-5AE3-8CE6-E279-E8C9303E6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Parent and Child Relation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7D8D6496-1780-FFF7-46CC-95874F75F5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8592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FCBECE1-45ED-1437-EF84-7DCB1C83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BBC7B9F9-8E0D-35A7-CC65-8BFFB1D26B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Parent and Child Relation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792A2C6-BEE9-4403-F2E0-518E8E87E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Unity allows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be hierarchically organized.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be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one or more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children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How to set up: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Drag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onto another in the Hierarchy.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 runtime: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childObject.transform.parent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=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parentObject.transform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;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Moving, rotating, or scaling the parent affects all children.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Example: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player moves and the camera is a child of the player, the camera automatically follows.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Useful for creating grouped objects like vehicles, characters with weapons, UI panels, etc.</a:t>
            </a:r>
          </a:p>
        </p:txBody>
      </p:sp>
    </p:spTree>
    <p:extLst>
      <p:ext uri="{BB962C8B-B14F-4D97-AF65-F5344CB8AC3E}">
        <p14:creationId xmlns:p14="http://schemas.microsoft.com/office/powerpoint/2010/main" val="3398170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9014877-FC0A-D3E8-5304-586002B1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053476A8-72E9-86AF-2C0F-FCF0E22E2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GetComponent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CC48F125-6B5C-E047-1E8F-036D7D0E3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GetComponent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allows scripts to access other components attached to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GameObject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 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rb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GetComponent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&gt;();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Typically done in Awake() or Start() to reduce overhead in Update()</a:t>
            </a:r>
          </a:p>
          <a:p>
            <a:pPr marL="342900">
              <a:lnSpc>
                <a:spcPct val="107000"/>
              </a:lnSpc>
              <a:spcBef>
                <a:spcPts val="1800"/>
              </a:spcBef>
              <a:buSzPts val="24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references are ready before game logic runs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1727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9DEC0F7-BF8F-130C-1A34-98F6504F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D723B3-F48F-17F0-C22F-403CF492D5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 err="1"/>
              <a:t>FixedUpdate</a:t>
            </a:r>
            <a:r>
              <a:rPr lang="en-US" sz="4000" dirty="0"/>
              <a:t> vs Update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5ED58D3-E98E-EB2D-E0F2-CBF4143FF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7000"/>
              </a:lnSpc>
              <a:spcBef>
                <a:spcPts val="1800"/>
              </a:spcBef>
              <a:buSzPts val="2400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 at fixed intervals. Ideal for physics calculations and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movement.</a:t>
            </a:r>
          </a:p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Update():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 every frame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 rate dependent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for input checks, animations, UI updates</a:t>
            </a:r>
          </a:p>
          <a:p>
            <a:pPr marL="114300" indent="0">
              <a:buNone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FixedUpdate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 at fixed intervals (not frame rate dependent)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0.02 seconds (50 times per second) by default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physics calculations like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Rigidbody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movement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consistent physics behavior across different frame rates</a:t>
            </a:r>
          </a:p>
        </p:txBody>
      </p:sp>
    </p:spTree>
    <p:extLst>
      <p:ext uri="{BB962C8B-B14F-4D97-AF65-F5344CB8AC3E}">
        <p14:creationId xmlns:p14="http://schemas.microsoft.com/office/powerpoint/2010/main" val="799234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6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30226" b="35219"/>
          <a:stretch/>
        </p:blipFill>
        <p:spPr>
          <a:xfrm>
            <a:off x="2368480" y="2096653"/>
            <a:ext cx="7163447" cy="247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2120</Words>
  <Application>Microsoft Office PowerPoint</Application>
  <PresentationFormat>Widescreen</PresentationFormat>
  <Paragraphs>311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Calibri</vt:lpstr>
      <vt:lpstr>Arial</vt:lpstr>
      <vt:lpstr>Play</vt:lpstr>
      <vt:lpstr>Office Theme</vt:lpstr>
      <vt:lpstr>Week 2</vt:lpstr>
      <vt:lpstr>Game objects and Transform</vt:lpstr>
      <vt:lpstr>GameObjects</vt:lpstr>
      <vt:lpstr>GameObjects</vt:lpstr>
      <vt:lpstr>Transform</vt:lpstr>
      <vt:lpstr>Physics</vt:lpstr>
      <vt:lpstr>RigidBody</vt:lpstr>
      <vt:lpstr>Rigidbody Properties</vt:lpstr>
      <vt:lpstr>AddForce</vt:lpstr>
      <vt:lpstr>Colliders</vt:lpstr>
      <vt:lpstr>Collider</vt:lpstr>
      <vt:lpstr>Collider Shape &amp; Size</vt:lpstr>
      <vt:lpstr>Collision vs Trigger</vt:lpstr>
      <vt:lpstr>Physics Material</vt:lpstr>
      <vt:lpstr>Rigidbody &amp; Collision Rules</vt:lpstr>
      <vt:lpstr>Script and Movement</vt:lpstr>
      <vt:lpstr>Creating a Script</vt:lpstr>
      <vt:lpstr>Moving an Object</vt:lpstr>
      <vt:lpstr>Using Translate()</vt:lpstr>
      <vt:lpstr>Moving using Input</vt:lpstr>
      <vt:lpstr>Material</vt:lpstr>
      <vt:lpstr>Material</vt:lpstr>
      <vt:lpstr>Material Color</vt:lpstr>
      <vt:lpstr>Mesh Filter</vt:lpstr>
      <vt:lpstr>Mesh Renderer</vt:lpstr>
      <vt:lpstr>Tag</vt:lpstr>
      <vt:lpstr>Tag</vt:lpstr>
      <vt:lpstr>Prefab</vt:lpstr>
      <vt:lpstr>Prefab</vt:lpstr>
      <vt:lpstr>Parent and Child Relation</vt:lpstr>
      <vt:lpstr>Parent and Child Relation</vt:lpstr>
      <vt:lpstr>GetComponent</vt:lpstr>
      <vt:lpstr>FixedUpdate vs Update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behram khan</cp:lastModifiedBy>
  <cp:revision>197</cp:revision>
  <dcterms:modified xsi:type="dcterms:W3CDTF">2026-02-17T07:38:45Z</dcterms:modified>
</cp:coreProperties>
</file>